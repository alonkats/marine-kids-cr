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listening. Don't present until they answer. The deck is a frame for the conversation, not a script. Section 4 of the prep doc has 5 opening questions in Spanish.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pitch. Don't rush it. Each bullet stands alone — pause between them. The third one is what parents respond to most: it's about the kids' future, not the school's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this if accreditation comes up. The MEP angle is your strongest credibility move with the pedagogical managers — they know the gap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seven aloud. Point to the slide and say: "These are the seven principles. The framework gives us 45 supporting concepts and a K-12 scope and sequence — we don't have to build that from scratch."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italic phrases are what each child walks away with. Read those out loud, slowly, when you walk through the table — they land emotionally with the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hands-on. The field excursions slide is where the principal leans forward. Don't undersell: students contribute to actual NOAA-monitored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this image when the conversation lulls. It's the single strongest concrete asset you have. Don't use a slide for it —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ask them to choose in the room. Frame it as: "Both come with curriculum, materials, and a measured outcome. Option 2 can also be a pilot that graduates to Option 1 in Year 2."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quote is the preempt for "how do we know you'll be here Year 2?" Drop it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close. Don't ask for the sale. Ask for the four pieces of information that let you build the proposal that wins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Literacy at Journey School</dc:title>
  <dc:subject>PptxGenJS Presentation</dc:subject>
  <dc:creator>Created by Marp</dc:creator>
  <cp:lastModifiedBy>Created by Marp</cp:lastModifiedBy>
  <cp:revision>1</cp:revision>
  <dcterms:created xsi:type="dcterms:W3CDTF">2026-05-04T22:41:47Z</dcterms:created>
  <dcterms:modified xsi:type="dcterms:W3CDTF">2026-05-04T22:41:47Z</dcterms:modified>
</cp:coreProperties>
</file>